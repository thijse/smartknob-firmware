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8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C175-408D-2A84-3616-3F0715DE3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0E36E-CD24-7418-458F-19D5433A7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AE033-E2A8-8E75-282E-98BE1C0E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6549B-4C2D-AA71-E4C1-0D4596D7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C8824-9112-D5FB-B566-4629A67F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8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2793-AD5B-43C6-E572-987B1B0A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73BA-B3DD-A412-7E27-A8164208C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98E11-CABE-8AB2-1BF6-F50A5A0D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EBCA-FE12-8E03-0740-25B6CF64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3E600-CFEB-5722-ADB8-F879E257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2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97CDD-01B8-FFDF-A5A8-9B4E039A5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6773C-FFC6-5719-1E5C-24C599309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45AFF-123C-4ECE-25FF-4492A165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2DFB9-7E3D-AF5D-0549-BAE0124E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96472-3071-DFAA-ADAF-2E24CD94A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7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8FD27-1878-56F3-E2D6-FF996FAF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D4D58-80E3-616F-B195-F4390C624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496EF-6169-DBD7-87D7-D57A78FA4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1D6CB-ED51-A9DA-CFC1-1CB8237A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2B8C0-8144-135A-7E2A-06B200662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8B385-46C1-4DB1-BC2B-ECB129E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2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735B-B7C6-E17A-1B85-CE1CB30A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DC3B8-9D5D-7301-D5AE-C0ACF828A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FC6BE-5498-CF9C-5262-F9F8A95A1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01E6F-F874-A89A-4EEE-E4619CD8B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12ED0-A94F-8C1E-7731-6D76EA640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1B416D-F127-9961-EC24-49629FCA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93DB4-87C1-5B19-7203-4AFF8494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9A6D7F-10AE-D09E-FAE9-7B3AE9DE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21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B8DB-6CE4-2F33-783B-FECFD5FF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F3278-9222-F96F-65E8-D402813E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F3E5A-F571-61E6-D397-0DE54CA6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F819F-9BE0-018E-88CE-24B8278B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EB34D-0A26-FAF2-7A0E-D40FD979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2F99D-DFC5-8BAA-04C5-951A7CCA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BB22F-0A4C-EFE8-BF7A-C6BCEBE1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1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0C2A-42D4-7D60-B69B-48E82E71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64800-A76A-F8F4-E77F-412D44A42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BD546-4F4F-220F-F0F7-140CEDD50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67AB-B908-CC5C-3156-6A2EFA85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36EDD-2A07-E905-3FB2-C767CC44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295C9-6BB7-77DD-DB8F-18316DBB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0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0E51-CECF-21A6-0C1A-0D623E08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417BA-FA93-D83B-1AB3-CEB666F32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CC287-24EE-B089-64F8-F7F0832FF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36164-2B82-5119-034A-4C43926EF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AA381-48C4-117F-A788-7DDD3C98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41E36-7B61-63FC-7BA3-ED56AA1C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0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495B-5F5E-10AF-EF14-7B6301562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791C9-A31D-4B60-BB61-CC1B78191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65FB-BFC9-A910-6D5A-A4B9AB08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A325D-7160-C51B-CF30-5ABB80BE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77718-B249-1164-0C88-121AA9F5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5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60296-1315-1D80-19A4-33DC2204F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0FCC5-7B09-A303-B1F8-AB7F97408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D918-4DEA-6D8C-EF88-A3DD2F2DB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59173-2C37-F521-6E04-4C73B6B9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0F64B-2780-7CAA-7B5A-9BC4B0E7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7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D2062-89CD-B240-F719-5AD5905AD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C0BB-247D-0227-19FD-EF126D6FE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F9FAB-83AA-984D-32FF-BDC859681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A5B0B-6118-4CFF-A784-D38F2F573359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A31C4-AF8A-D72E-89E2-5C21B5E5A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A24EE-59C1-12F4-6D72-276C1AB44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ED09B-007E-4586-8F4F-57C28DCC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2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C9EB89-C2D6-DA8C-0B1B-AC2FC26ECF43}"/>
              </a:ext>
            </a:extLst>
          </p:cNvPr>
          <p:cNvSpPr/>
          <p:nvPr/>
        </p:nvSpPr>
        <p:spPr>
          <a:xfrm>
            <a:off x="52856" y="353837"/>
            <a:ext cx="11594708" cy="20925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AD6A3F-E4BC-8923-06CF-E7E70C1A92DF}"/>
              </a:ext>
            </a:extLst>
          </p:cNvPr>
          <p:cNvSpPr/>
          <p:nvPr/>
        </p:nvSpPr>
        <p:spPr>
          <a:xfrm>
            <a:off x="204206" y="623863"/>
            <a:ext cx="1866637" cy="17026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FCFF7-1B01-466A-6B0B-419CBD0317E8}"/>
              </a:ext>
            </a:extLst>
          </p:cNvPr>
          <p:cNvSpPr txBox="1"/>
          <p:nvPr/>
        </p:nvSpPr>
        <p:spPr>
          <a:xfrm>
            <a:off x="74517" y="353838"/>
            <a:ext cx="1054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0B261-37CC-4912-454E-E35B487AF471}"/>
              </a:ext>
            </a:extLst>
          </p:cNvPr>
          <p:cNvSpPr txBox="1"/>
          <p:nvPr/>
        </p:nvSpPr>
        <p:spPr>
          <a:xfrm>
            <a:off x="835742" y="623863"/>
            <a:ext cx="603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Toggle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CCCB9F-6CF0-F858-EE5B-9B4D82FC01DA}"/>
              </a:ext>
            </a:extLst>
          </p:cNvPr>
          <p:cNvSpPr/>
          <p:nvPr/>
        </p:nvSpPr>
        <p:spPr>
          <a:xfrm>
            <a:off x="645318" y="1586664"/>
            <a:ext cx="1058811" cy="54548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4D67D04-02AA-A428-75D0-EECC64DA6A71}"/>
              </a:ext>
            </a:extLst>
          </p:cNvPr>
          <p:cNvSpPr/>
          <p:nvPr/>
        </p:nvSpPr>
        <p:spPr>
          <a:xfrm>
            <a:off x="714369" y="1466844"/>
            <a:ext cx="920707" cy="444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56FDF5-CA78-431B-4246-3C276A63898C}"/>
              </a:ext>
            </a:extLst>
          </p:cNvPr>
          <p:cNvCxnSpPr>
            <a:stCxn id="8" idx="6"/>
            <a:endCxn id="9" idx="6"/>
          </p:cNvCxnSpPr>
          <p:nvPr/>
        </p:nvCxnSpPr>
        <p:spPr>
          <a:xfrm>
            <a:off x="1635076" y="1688903"/>
            <a:ext cx="69053" cy="1705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1C9242-2E66-4FB1-B3C2-A28AA6D8D87C}"/>
              </a:ext>
            </a:extLst>
          </p:cNvPr>
          <p:cNvCxnSpPr>
            <a:stCxn id="8" idx="2"/>
          </p:cNvCxnSpPr>
          <p:nvPr/>
        </p:nvCxnSpPr>
        <p:spPr>
          <a:xfrm flipH="1">
            <a:off x="645318" y="1688903"/>
            <a:ext cx="69051" cy="1851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D445731A-075B-BAB4-E3DA-4E7114AFC8C7}"/>
              </a:ext>
            </a:extLst>
          </p:cNvPr>
          <p:cNvSpPr/>
          <p:nvPr/>
        </p:nvSpPr>
        <p:spPr>
          <a:xfrm>
            <a:off x="859413" y="1520439"/>
            <a:ext cx="650931" cy="227465"/>
          </a:xfrm>
          <a:prstGeom prst="arc">
            <a:avLst>
              <a:gd name="adj1" fmla="val 11039253"/>
              <a:gd name="adj2" fmla="val 2127331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B2ADF320-62A2-9419-634F-043BDEB6B73A}"/>
              </a:ext>
            </a:extLst>
          </p:cNvPr>
          <p:cNvSpPr/>
          <p:nvPr/>
        </p:nvSpPr>
        <p:spPr>
          <a:xfrm>
            <a:off x="897093" y="1646566"/>
            <a:ext cx="592783" cy="185166"/>
          </a:xfrm>
          <a:prstGeom prst="arc">
            <a:avLst>
              <a:gd name="adj1" fmla="val 11039253"/>
              <a:gd name="adj2" fmla="val 21368072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7A147D-89DC-148E-4E41-2AB8C2EC77BA}"/>
              </a:ext>
            </a:extLst>
          </p:cNvPr>
          <p:cNvSpPr/>
          <p:nvPr/>
        </p:nvSpPr>
        <p:spPr>
          <a:xfrm>
            <a:off x="835742" y="1571602"/>
            <a:ext cx="157655" cy="141417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A7CBDCA-EEFD-BD72-005F-30E1B0CE3705}"/>
              </a:ext>
            </a:extLst>
          </p:cNvPr>
          <p:cNvSpPr/>
          <p:nvPr/>
        </p:nvSpPr>
        <p:spPr>
          <a:xfrm>
            <a:off x="1382510" y="1587763"/>
            <a:ext cx="157655" cy="141417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C88205-1495-22CD-8DDD-C450457A5FBB}"/>
              </a:ext>
            </a:extLst>
          </p:cNvPr>
          <p:cNvSpPr/>
          <p:nvPr/>
        </p:nvSpPr>
        <p:spPr>
          <a:xfrm>
            <a:off x="2189546" y="615506"/>
            <a:ext cx="1866637" cy="1702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AE25BF-B59B-140C-1F3E-2423CD27E232}"/>
              </a:ext>
            </a:extLst>
          </p:cNvPr>
          <p:cNvSpPr txBox="1"/>
          <p:nvPr/>
        </p:nvSpPr>
        <p:spPr>
          <a:xfrm>
            <a:off x="2555569" y="615506"/>
            <a:ext cx="12089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Multiple choice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EAC2251-71C3-B961-7FC6-D9705320B98D}"/>
              </a:ext>
            </a:extLst>
          </p:cNvPr>
          <p:cNvSpPr/>
          <p:nvPr/>
        </p:nvSpPr>
        <p:spPr>
          <a:xfrm>
            <a:off x="2630658" y="1578307"/>
            <a:ext cx="1058811" cy="54548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A90F74F-E3C4-BEF1-AF83-62052C176718}"/>
              </a:ext>
            </a:extLst>
          </p:cNvPr>
          <p:cNvSpPr/>
          <p:nvPr/>
        </p:nvSpPr>
        <p:spPr>
          <a:xfrm>
            <a:off x="2699709" y="1458487"/>
            <a:ext cx="920707" cy="4441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EFF048-568A-770F-F5D9-6F60A0258C93}"/>
              </a:ext>
            </a:extLst>
          </p:cNvPr>
          <p:cNvCxnSpPr>
            <a:stCxn id="25" idx="6"/>
            <a:endCxn id="24" idx="6"/>
          </p:cNvCxnSpPr>
          <p:nvPr/>
        </p:nvCxnSpPr>
        <p:spPr>
          <a:xfrm>
            <a:off x="3620416" y="1680546"/>
            <a:ext cx="69053" cy="1705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61B3412-4E78-4F34-6258-E0D377AA3228}"/>
              </a:ext>
            </a:extLst>
          </p:cNvPr>
          <p:cNvCxnSpPr>
            <a:stCxn id="25" idx="2"/>
          </p:cNvCxnSpPr>
          <p:nvPr/>
        </p:nvCxnSpPr>
        <p:spPr>
          <a:xfrm flipH="1">
            <a:off x="2630658" y="1680546"/>
            <a:ext cx="69051" cy="1851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D8BF5452-06B5-A4FE-6482-FB8E44C4AB97}"/>
              </a:ext>
            </a:extLst>
          </p:cNvPr>
          <p:cNvSpPr/>
          <p:nvPr/>
        </p:nvSpPr>
        <p:spPr>
          <a:xfrm>
            <a:off x="2844753" y="1536216"/>
            <a:ext cx="650931" cy="152883"/>
          </a:xfrm>
          <a:prstGeom prst="arc">
            <a:avLst>
              <a:gd name="adj1" fmla="val 11039253"/>
              <a:gd name="adj2" fmla="val 2127331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3740C5E8-7E7D-B23A-D7B7-3A3CA9D1F8D3}"/>
              </a:ext>
            </a:extLst>
          </p:cNvPr>
          <p:cNvSpPr/>
          <p:nvPr/>
        </p:nvSpPr>
        <p:spPr>
          <a:xfrm>
            <a:off x="2882433" y="1630097"/>
            <a:ext cx="592783" cy="142829"/>
          </a:xfrm>
          <a:prstGeom prst="arc">
            <a:avLst>
              <a:gd name="adj1" fmla="val 11039253"/>
              <a:gd name="adj2" fmla="val 21368072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2B6F9DC7-2EB8-88C9-F231-889AAFBC83BB}"/>
              </a:ext>
            </a:extLst>
          </p:cNvPr>
          <p:cNvSpPr/>
          <p:nvPr/>
        </p:nvSpPr>
        <p:spPr>
          <a:xfrm flipV="1">
            <a:off x="2853358" y="1642471"/>
            <a:ext cx="650931" cy="118079"/>
          </a:xfrm>
          <a:prstGeom prst="arc">
            <a:avLst>
              <a:gd name="adj1" fmla="val 11039253"/>
              <a:gd name="adj2" fmla="val 2127331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91CA0672-C4CA-AC0F-076D-19E767934BC5}"/>
              </a:ext>
            </a:extLst>
          </p:cNvPr>
          <p:cNvSpPr/>
          <p:nvPr/>
        </p:nvSpPr>
        <p:spPr>
          <a:xfrm flipV="1">
            <a:off x="2863669" y="1766827"/>
            <a:ext cx="592783" cy="83043"/>
          </a:xfrm>
          <a:prstGeom prst="arc">
            <a:avLst>
              <a:gd name="adj1" fmla="val 11039253"/>
              <a:gd name="adj2" fmla="val 21368072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06C272-D7D4-B539-8590-B248ED19FACE}"/>
              </a:ext>
            </a:extLst>
          </p:cNvPr>
          <p:cNvSpPr/>
          <p:nvPr/>
        </p:nvSpPr>
        <p:spPr>
          <a:xfrm>
            <a:off x="63062" y="2511183"/>
            <a:ext cx="3115266" cy="431099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BEC5BE-A324-4F74-3418-21412A4578D3}"/>
              </a:ext>
            </a:extLst>
          </p:cNvPr>
          <p:cNvSpPr txBox="1"/>
          <p:nvPr/>
        </p:nvSpPr>
        <p:spPr>
          <a:xfrm>
            <a:off x="-9456" y="2486824"/>
            <a:ext cx="18684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Presets – Multiple Choice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4C298A8-2985-85EC-060B-6530FD0FF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19327"/>
              </p:ext>
            </p:extLst>
          </p:nvPr>
        </p:nvGraphicFramePr>
        <p:xfrm>
          <a:off x="420063" y="3108405"/>
          <a:ext cx="2401263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1263">
                  <a:extLst>
                    <a:ext uri="{9D8B030D-6E8A-4147-A177-3AD203B41FA5}">
                      <a16:colId xmlns:a16="http://schemas.microsoft.com/office/drawing/2014/main" val="713735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Procedure Angles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7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Exposure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834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220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70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01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539496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6093B4C4-50CE-EFBE-B679-524766CC2685}"/>
              </a:ext>
            </a:extLst>
          </p:cNvPr>
          <p:cNvSpPr/>
          <p:nvPr/>
        </p:nvSpPr>
        <p:spPr>
          <a:xfrm>
            <a:off x="3344582" y="2518829"/>
            <a:ext cx="3939085" cy="43033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F4EB81-A042-19DD-D8D3-1298ED97FFE5}"/>
              </a:ext>
            </a:extLst>
          </p:cNvPr>
          <p:cNvSpPr txBox="1"/>
          <p:nvPr/>
        </p:nvSpPr>
        <p:spPr>
          <a:xfrm>
            <a:off x="3302708" y="2486017"/>
            <a:ext cx="724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Settings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3396389-5F5C-815C-E0BB-1023900BC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70788"/>
              </p:ext>
            </p:extLst>
          </p:nvPr>
        </p:nvGraphicFramePr>
        <p:xfrm>
          <a:off x="3723943" y="4164936"/>
          <a:ext cx="329239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2393">
                  <a:extLst>
                    <a:ext uri="{9D8B030D-6E8A-4147-A177-3AD203B41FA5}">
                      <a16:colId xmlns:a16="http://schemas.microsoft.com/office/drawing/2014/main" val="713735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RAO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7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834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220845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8B3A79F9-8CE6-008B-098A-4DFFFDF08004}"/>
              </a:ext>
            </a:extLst>
          </p:cNvPr>
          <p:cNvSpPr txBox="1"/>
          <p:nvPr/>
        </p:nvSpPr>
        <p:spPr>
          <a:xfrm>
            <a:off x="3345571" y="3818687"/>
            <a:ext cx="1790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Multiple choice values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C45B05-CEE8-6555-D892-B291D8A04489}"/>
              </a:ext>
            </a:extLst>
          </p:cNvPr>
          <p:cNvSpPr txBox="1"/>
          <p:nvPr/>
        </p:nvSpPr>
        <p:spPr>
          <a:xfrm>
            <a:off x="3348436" y="5415955"/>
            <a:ext cx="1171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Value settings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5749A37-39BD-921F-EB46-CD2E11787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93244"/>
              </p:ext>
            </p:extLst>
          </p:nvPr>
        </p:nvGraphicFramePr>
        <p:xfrm>
          <a:off x="4841878" y="5692954"/>
          <a:ext cx="2401263" cy="11292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1263">
                  <a:extLst>
                    <a:ext uri="{9D8B030D-6E8A-4147-A177-3AD203B41FA5}">
                      <a16:colId xmlns:a16="http://schemas.microsoft.com/office/drawing/2014/main" val="713735962"/>
                    </a:ext>
                  </a:extLst>
                </a:gridCol>
              </a:tblGrid>
              <a:tr h="387542">
                <a:tc>
                  <a:txBody>
                    <a:bodyPr/>
                    <a:lstStyle/>
                    <a:p>
                      <a:r>
                        <a:rPr lang="en-US" sz="1400" dirty="0"/>
                        <a:t>RAO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7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0.5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2834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#FFFFFF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2220845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A7598D89-6210-908C-A9A5-C9E8FFDBFDCB}"/>
              </a:ext>
            </a:extLst>
          </p:cNvPr>
          <p:cNvSpPr txBox="1"/>
          <p:nvPr/>
        </p:nvSpPr>
        <p:spPr>
          <a:xfrm>
            <a:off x="3618009" y="5692954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Name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8870B0-DC37-6ECE-52EE-30162D9046C8}"/>
              </a:ext>
            </a:extLst>
          </p:cNvPr>
          <p:cNvSpPr txBox="1"/>
          <p:nvPr/>
        </p:nvSpPr>
        <p:spPr>
          <a:xfrm>
            <a:off x="3632167" y="6099505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Detent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CFB086-558F-4665-4919-FC7B0D714260}"/>
              </a:ext>
            </a:extLst>
          </p:cNvPr>
          <p:cNvSpPr txBox="1"/>
          <p:nvPr/>
        </p:nvSpPr>
        <p:spPr>
          <a:xfrm>
            <a:off x="3632167" y="6460053"/>
            <a:ext cx="9172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Background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2F2CA6ED-582D-76EB-F0EA-B2DFC9603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62216"/>
              </p:ext>
            </p:extLst>
          </p:nvPr>
        </p:nvGraphicFramePr>
        <p:xfrm>
          <a:off x="3618009" y="3173631"/>
          <a:ext cx="2401264" cy="7582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632">
                  <a:extLst>
                    <a:ext uri="{9D8B030D-6E8A-4147-A177-3AD203B41FA5}">
                      <a16:colId xmlns:a16="http://schemas.microsoft.com/office/drawing/2014/main" val="4232312551"/>
                    </a:ext>
                  </a:extLst>
                </a:gridCol>
                <a:gridCol w="1200632">
                  <a:extLst>
                    <a:ext uri="{9D8B030D-6E8A-4147-A177-3AD203B41FA5}">
                      <a16:colId xmlns:a16="http://schemas.microsoft.com/office/drawing/2014/main" val="713735962"/>
                    </a:ext>
                  </a:extLst>
                </a:gridCol>
              </a:tblGrid>
              <a:tr h="324451">
                <a:tc>
                  <a:txBody>
                    <a:bodyPr/>
                    <a:lstStyle/>
                    <a:p>
                      <a:r>
                        <a:rPr lang="en-US" sz="1100" dirty="0"/>
                        <a:t>Detent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727536"/>
                  </a:ext>
                </a:extLst>
              </a:tr>
              <a:tr h="4338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Background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#FFFFFF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2834394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55319CED-EE90-F629-7AF0-1FAF4EF40C1D}"/>
              </a:ext>
            </a:extLst>
          </p:cNvPr>
          <p:cNvSpPr txBox="1"/>
          <p:nvPr/>
        </p:nvSpPr>
        <p:spPr>
          <a:xfrm>
            <a:off x="3360662" y="2891759"/>
            <a:ext cx="13326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General settings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AAD8075-8761-FAB4-4BB5-CEE32C85EB38}"/>
              </a:ext>
            </a:extLst>
          </p:cNvPr>
          <p:cNvSpPr/>
          <p:nvPr/>
        </p:nvSpPr>
        <p:spPr>
          <a:xfrm>
            <a:off x="11814220" y="44143"/>
            <a:ext cx="314718" cy="67034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53169D-5351-A9B2-E9BC-D1FD4E9ECF41}"/>
              </a:ext>
            </a:extLst>
          </p:cNvPr>
          <p:cNvSpPr txBox="1"/>
          <p:nvPr/>
        </p:nvSpPr>
        <p:spPr>
          <a:xfrm>
            <a:off x="11760472" y="146604"/>
            <a:ext cx="431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&lt;&lt;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484A9B-5476-F570-6CC5-FC86DD61D357}"/>
              </a:ext>
            </a:extLst>
          </p:cNvPr>
          <p:cNvSpPr txBox="1"/>
          <p:nvPr/>
        </p:nvSpPr>
        <p:spPr>
          <a:xfrm rot="5400000">
            <a:off x="10975938" y="1460695"/>
            <a:ext cx="1992372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protobuf</a:t>
            </a:r>
            <a:r>
              <a:rPr lang="en-US" sz="1400" dirty="0"/>
              <a:t> messages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A86D8F-9C7C-D392-3613-4A06F5F09D4A}"/>
              </a:ext>
            </a:extLst>
          </p:cNvPr>
          <p:cNvSpPr txBox="1"/>
          <p:nvPr/>
        </p:nvSpPr>
        <p:spPr>
          <a:xfrm rot="5400000">
            <a:off x="11304335" y="3242004"/>
            <a:ext cx="1335576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Raw logging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4599BAE-E782-8544-2E32-0B44932417B1}"/>
              </a:ext>
            </a:extLst>
          </p:cNvPr>
          <p:cNvSpPr/>
          <p:nvPr/>
        </p:nvSpPr>
        <p:spPr>
          <a:xfrm rot="16200000">
            <a:off x="5692851" y="-5629170"/>
            <a:ext cx="314718" cy="115947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733F-C36A-BDAD-BD64-6675620719CC}"/>
              </a:ext>
            </a:extLst>
          </p:cNvPr>
          <p:cNvSpPr txBox="1"/>
          <p:nvPr/>
        </p:nvSpPr>
        <p:spPr>
          <a:xfrm>
            <a:off x="87464" y="27129"/>
            <a:ext cx="905933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Connect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42F7D8-19FE-F88F-C079-5A362F461ACB}"/>
              </a:ext>
            </a:extLst>
          </p:cNvPr>
          <p:cNvSpPr txBox="1"/>
          <p:nvPr/>
        </p:nvSpPr>
        <p:spPr>
          <a:xfrm>
            <a:off x="2353893" y="9168"/>
            <a:ext cx="1335576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Reset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B6EC2-7C03-ABE3-1891-9A337E79C729}"/>
              </a:ext>
            </a:extLst>
          </p:cNvPr>
          <p:cNvSpPr txBox="1"/>
          <p:nvPr/>
        </p:nvSpPr>
        <p:spPr>
          <a:xfrm>
            <a:off x="1036909" y="9255"/>
            <a:ext cx="1152637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Disconnect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C0DF3D3-852B-D897-71DD-62C02AAF6914}"/>
              </a:ext>
            </a:extLst>
          </p:cNvPr>
          <p:cNvSpPr/>
          <p:nvPr/>
        </p:nvSpPr>
        <p:spPr>
          <a:xfrm>
            <a:off x="7413727" y="2543829"/>
            <a:ext cx="3939085" cy="43033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B6B4D2-0BF2-748E-69B6-3064E10A78E9}"/>
              </a:ext>
            </a:extLst>
          </p:cNvPr>
          <p:cNvSpPr txBox="1"/>
          <p:nvPr/>
        </p:nvSpPr>
        <p:spPr>
          <a:xfrm>
            <a:off x="7371853" y="2511017"/>
            <a:ext cx="531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State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FB1E67A-4D57-9345-3643-0971C823EA88}"/>
              </a:ext>
            </a:extLst>
          </p:cNvPr>
          <p:cNvSpPr/>
          <p:nvPr/>
        </p:nvSpPr>
        <p:spPr>
          <a:xfrm>
            <a:off x="7561144" y="2852675"/>
            <a:ext cx="1463040" cy="276999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Send component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068DF0C2-6D90-2EC8-317E-8D86DCC0C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816031"/>
              </p:ext>
            </p:extLst>
          </p:nvPr>
        </p:nvGraphicFramePr>
        <p:xfrm>
          <a:off x="7637567" y="3546853"/>
          <a:ext cx="2401264" cy="1302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632">
                  <a:extLst>
                    <a:ext uri="{9D8B030D-6E8A-4147-A177-3AD203B41FA5}">
                      <a16:colId xmlns:a16="http://schemas.microsoft.com/office/drawing/2014/main" val="4232312551"/>
                    </a:ext>
                  </a:extLst>
                </a:gridCol>
                <a:gridCol w="1200632">
                  <a:extLst>
                    <a:ext uri="{9D8B030D-6E8A-4147-A177-3AD203B41FA5}">
                      <a16:colId xmlns:a16="http://schemas.microsoft.com/office/drawing/2014/main" val="713735962"/>
                    </a:ext>
                  </a:extLst>
                </a:gridCol>
              </a:tblGrid>
              <a:tr h="335663"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727536"/>
                  </a:ext>
                </a:extLst>
              </a:tr>
              <a:tr h="4487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ID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834394"/>
                  </a:ext>
                </a:extLst>
              </a:tr>
              <a:tr h="448795">
                <a:tc>
                  <a:txBody>
                    <a:bodyPr/>
                    <a:lstStyle/>
                    <a:p>
                      <a:r>
                        <a:rPr lang="en-US" sz="1400" dirty="0"/>
                        <a:t>Nonce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3.26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228223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50F8E6C2-0AA9-5A07-F6EC-F8FFB2361986}"/>
              </a:ext>
            </a:extLst>
          </p:cNvPr>
          <p:cNvSpPr txBox="1"/>
          <p:nvPr/>
        </p:nvSpPr>
        <p:spPr>
          <a:xfrm>
            <a:off x="9199789" y="2856731"/>
            <a:ext cx="8627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Connected</a:t>
            </a:r>
          </a:p>
        </p:txBody>
      </p:sp>
    </p:spTree>
    <p:extLst>
      <p:ext uri="{BB962C8B-B14F-4D97-AF65-F5344CB8AC3E}">
        <p14:creationId xmlns:p14="http://schemas.microsoft.com/office/powerpoint/2010/main" val="264944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53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Elenbaas, Thijs</dc:creator>
  <cp:lastModifiedBy>Elenbaas, Thijs</cp:lastModifiedBy>
  <cp:revision>1</cp:revision>
  <dcterms:created xsi:type="dcterms:W3CDTF">2025-09-14T13:22:37Z</dcterms:created>
  <dcterms:modified xsi:type="dcterms:W3CDTF">2025-09-14T13:53:23Z</dcterms:modified>
</cp:coreProperties>
</file>